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Test Accuracy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Decision Tree</c:v>
                  </c:pt>
                  <c:pt idx="3">
                    <c:v>AdaBoost</c:v>
                  </c:pt>
                  <c:pt idx="4">
                    <c:v>Logistic Reg.</c:v>
                  </c:pt>
                  <c:pt idx="5">
                    <c:v>SVM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98.13</c:v>
                </c:pt>
                <c:pt idx="1">
                  <c:v>97.78</c:v>
                </c:pt>
                <c:pt idx="2">
                  <c:v>97.42</c:v>
                </c:pt>
                <c:pt idx="3">
                  <c:v>96.96</c:v>
                </c:pt>
                <c:pt idx="4">
                  <c:v>90.63</c:v>
                </c:pt>
                <c:pt idx="5">
                  <c:v>62.76</c:v>
                </c:pt>
                <c:pt idx="6">
                  <c:v>57.38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Random Forest Feature Importance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Importance (%)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CIBIL Score</c:v>
                  </c:pt>
                  <c:pt idx="1">
                    <c:v>Loan Term</c:v>
                  </c:pt>
                  <c:pt idx="2">
                    <c:v>Loan Amount</c:v>
                  </c:pt>
                  <c:pt idx="3">
                    <c:v>Income</c:v>
                  </c:pt>
                  <c:pt idx="4">
                    <c:v>Luxury Assets</c:v>
                  </c:pt>
                  <c:pt idx="5">
                    <c:v>Bank Balance</c:v>
                  </c:pt>
                  <c:pt idx="6">
                    <c:v>Other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81.9</c:v>
                </c:pt>
                <c:pt idx="1">
                  <c:v>5.9</c:v>
                </c:pt>
                <c:pt idx="2">
                  <c:v>2.5</c:v>
                </c:pt>
                <c:pt idx="3">
                  <c:v>1.4</c:v>
                </c:pt>
                <c:pt idx="4">
                  <c:v>1.5</c:v>
                </c:pt>
                <c:pt idx="5">
                  <c:v>1.3</c:v>
                </c:pt>
                <c:pt idx="6">
                  <c:v>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54864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PREDICTION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Classification 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 loan application will be approved or rejected using applicant financial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wants to predict whether a loan application should be approved based on the applicant's personal and financial information — reducing manual effort and speeding up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Verification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first-pass screening of applications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51460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Risk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approving high-risk applicants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47472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Experience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 for customers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Problem Framing:  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 |  Binary Classification  |  Target = loan_status (Approved / Rejected)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4,269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incl. target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nulls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64240" cy="2834640"/>
        </p:xfrm>
        <a:graphic>
          <a:graphicData uri="http://schemas.openxmlformats.org/drawingml/2006/table">
            <a:tbl>
              <a:tblPr/>
              <a:tblGrid>
                <a:gridCol w="6035040"/>
                <a:gridCol w="502920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no_of_dependents / education / self_employed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 demographic profile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income_annum / loan_amount / loan_term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loan request details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cibil_score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/ creditworthiness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/ commercial / luxury assets, bank 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Applicant's asset holdings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Approved / Rejected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73152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CIBIL Score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visual separator between approved &amp; rejected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approved applicants sit above 700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28800"/>
            <a:ext cx="457200" cy="73152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&amp; Assets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5146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correlates strongly with loan amount &amp; bank balance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bank balance → larger approved loans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1828800"/>
            <a:ext cx="457200" cy="73152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5146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has little effect on approval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Self-employment status has little effect on approval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/ low-signal features: no_of_dependents, loan_id, loan_term_years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for Modeling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self_employed, and loan_status converted to numeric form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income, loan amount, CIBIL score and asset values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test, random_state = 42 for reproducibility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7 Classification Models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98.13%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84048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ensembles dominate. Distance-based models (KNN, SVM) struggle because approval follows threshold-like rules rather than smooth distance patterns.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the Random Forest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max_depth=15, min_samples_split=2, n_estimators=50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accuracy: 97.80%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97.42%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RandomizedSearchCV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n_estimators=100, min_samples_leaf=2, max_depth=15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accuracy: 97.75%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97.78%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— ROC / AUC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931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AUC this close to 1.0 shows the tuned model separates approved from rejected applications almost perfectly across all thresholds.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Model's Decisions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Insights Into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CIBIL score as the primary screening criterion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32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loan amount is proportionate to applicant income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01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in loan term — it carries real predictive weight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702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asset values &amp; bank balance as secondary repayment signals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389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/ self-employment should not heavily influence decisions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54864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&amp; XGBoost deliver reliable,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loan approval predictions.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80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SHAP explainability • class-imbalance checks • lightweight deployment (Flask/Streamlit) for real-time scoring.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2026-09-19T07:50:27Z</dcterms:created>
  <dcterms:modified xsi:type="dcterms:W3CDTF">2026-09-19T07:50:27Z</dcterms:modified>
</cp:coreProperties>
</file>